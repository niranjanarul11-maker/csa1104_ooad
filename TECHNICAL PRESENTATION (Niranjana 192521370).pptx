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6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32" y="4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4291" y="2606039"/>
            <a:ext cx="2759710" cy="368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0903" y="1330226"/>
            <a:ext cx="9872614" cy="18355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48617" y="1622047"/>
            <a:ext cx="8724900" cy="1543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85800" y="4495800"/>
            <a:ext cx="3581400" cy="1718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2200" dirty="0">
                <a:latin typeface="Times New Roman"/>
                <a:cs typeface="Times New Roman"/>
              </a:rPr>
              <a:t>CSA1</a:t>
            </a:r>
            <a:r>
              <a:rPr lang="en-IN" sz="2200" dirty="0">
                <a:latin typeface="Times New Roman"/>
                <a:cs typeface="Times New Roman"/>
              </a:rPr>
              <a:t>104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lang="en-IN" sz="2200" spc="-25" dirty="0">
                <a:latin typeface="Times New Roman"/>
                <a:cs typeface="Times New Roman"/>
              </a:rPr>
              <a:t>Object oriented analysis and design</a:t>
            </a:r>
          </a:p>
          <a:p>
            <a:r>
              <a:rPr lang="en-IN" sz="2200" dirty="0">
                <a:latin typeface="Times New Roman"/>
                <a:cs typeface="Times New Roman"/>
              </a:rPr>
              <a:t>Presented by: Niranjana A</a:t>
            </a:r>
          </a:p>
          <a:p>
            <a:r>
              <a:rPr lang="en-IN" sz="2200" dirty="0">
                <a:latin typeface="Times New Roman"/>
                <a:cs typeface="Times New Roman"/>
              </a:rPr>
              <a:t>Faculty name: </a:t>
            </a:r>
            <a:r>
              <a:rPr lang="en-IN" sz="2200" dirty="0" err="1">
                <a:latin typeface="Times New Roman"/>
                <a:cs typeface="Times New Roman"/>
              </a:rPr>
              <a:t>Dr.A.Gayathri</a:t>
            </a: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2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465365"/>
            <a:ext cx="11277599" cy="9062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35A042-DAB1-56CD-950A-A8C2E1AA2463}"/>
              </a:ext>
            </a:extLst>
          </p:cNvPr>
          <p:cNvSpPr txBox="1"/>
          <p:nvPr/>
        </p:nvSpPr>
        <p:spPr>
          <a:xfrm>
            <a:off x="1143000" y="1645123"/>
            <a:ext cx="11277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3C95C5-2248-D9BB-8929-178CEF18BC03}"/>
              </a:ext>
            </a:extLst>
          </p:cNvPr>
          <p:cNvSpPr txBox="1"/>
          <p:nvPr/>
        </p:nvSpPr>
        <p:spPr>
          <a:xfrm>
            <a:off x="381000" y="2133600"/>
            <a:ext cx="10896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Object-Oriented Design in Smart Healthcare Systems</a:t>
            </a:r>
          </a:p>
          <a:p>
            <a:endParaRPr lang="en-IN" sz="3200" b="1" spc="-35" dirty="0">
              <a:solidFill>
                <a:srgbClr val="FF0000"/>
              </a:solidFill>
              <a:latin typeface="Arial MT"/>
              <a:cs typeface="Arial MT"/>
            </a:endParaRPr>
          </a:p>
          <a:p>
            <a:r>
              <a:rPr lang="en-IN" sz="3200" spc="-35" dirty="0">
                <a:solidFill>
                  <a:srgbClr val="FF0000"/>
                </a:solidFill>
                <a:latin typeface="Arial MT"/>
                <a:cs typeface="Arial MT"/>
              </a:rPr>
              <a:t>                       Technical</a:t>
            </a:r>
            <a:r>
              <a:rPr lang="en-IN" sz="3200" spc="-8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IN" sz="3200" spc="-10" dirty="0">
                <a:solidFill>
                  <a:srgbClr val="FF0000"/>
                </a:solidFill>
                <a:latin typeface="Arial MT"/>
                <a:cs typeface="Arial MT"/>
              </a:rPr>
              <a:t>Presentation</a:t>
            </a:r>
            <a:endParaRPr lang="en-IN" sz="3200" dirty="0">
              <a:latin typeface="Arial MT"/>
              <a:cs typeface="Arial MT"/>
            </a:endParaRPr>
          </a:p>
          <a:p>
            <a:endParaRPr lang="en-IN" sz="3200" b="1" dirty="0"/>
          </a:p>
        </p:txBody>
      </p:sp>
      <p:pic>
        <p:nvPicPr>
          <p:cNvPr id="7" name="Picture 6" descr="https://images.openai.com/static-rsc-4/9RUGC0VPaxTyTSQ0OLgg_Ib1ErA0knE2dgVGj-EYrLVmL4O3cZj0KEkcJx5l5AxYzw3yF5KtgzJlm8PicUNHtYEmKIz0kZwyqD-d45Y5AZH8DujpNZqD6rKKi3XEJ6RFzi3gGpvZVHW8zzyMNLQ-2BvJov_0RnC9aadf5h0cHeSHXJQP0mth9eA4ITei7sT1?purpose=fullsize">
            <a:extLst>
              <a:ext uri="{FF2B5EF4-FFF2-40B4-BE49-F238E27FC236}">
                <a16:creationId xmlns:a16="http://schemas.microsoft.com/office/drawing/2014/main" id="{42309EA2-3E90-0C17-4030-16C37889A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657600"/>
            <a:ext cx="426720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0" y="1244483"/>
            <a:ext cx="313182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spc="-10" dirty="0"/>
              <a:t>Introduction</a:t>
            </a:r>
            <a:endParaRPr sz="3600" dirty="0"/>
          </a:p>
        </p:txBody>
      </p:sp>
      <p:sp>
        <p:nvSpPr>
          <p:cNvPr id="4" name="object 4"/>
          <p:cNvSpPr txBox="1"/>
          <p:nvPr/>
        </p:nvSpPr>
        <p:spPr>
          <a:xfrm>
            <a:off x="609600" y="1905000"/>
            <a:ext cx="11341100" cy="506036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/>
              <a:t>What is a Smart Healthcare System?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/>
              <a:t>A Smart Healthcare System is a digital platform that manages healthcare services efficiently using software technologies.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Main Components: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/>
              <a:t>Patient Management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/>
              <a:t>Doctor Management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/>
              <a:t>Appointment Scheduling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/>
              <a:t>Medical Records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/>
              <a:t>Billing and Reports 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Why Use OOP?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/>
              <a:t>Organizes code into reusable objects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/>
              <a:t>Simplifies software development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/>
              <a:t>Makes applications secure and scalable </a:t>
            </a: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304800"/>
            <a:ext cx="11277599" cy="856525"/>
          </a:xfrm>
          <a:prstGeom prst="rect">
            <a:avLst/>
          </a:prstGeom>
        </p:spPr>
      </p:pic>
      <p:pic>
        <p:nvPicPr>
          <p:cNvPr id="3" name="Picture 2" descr="https://images.openai.com/static-rsc-4/lgca5aP1ea81ge5zhOWB-wP_1pDr9wEMQweC57yict80goPCyMS6BoKMaGYvcts1G4skwi2ZxTb1Z-WTL-8C4QCh6SKIGNZQ9DqKTEzkHpjOs5VceDhKBkdSTsQSihIJ0lmFhkuDlxn0Pkfy5UP3RyEfl1kMa8b7H5e80yR99BwbIuj5zAp634ioihgZNG2W?purpose=fullsize">
            <a:extLst>
              <a:ext uri="{FF2B5EF4-FFF2-40B4-BE49-F238E27FC236}">
                <a16:creationId xmlns:a16="http://schemas.microsoft.com/office/drawing/2014/main" id="{67F31785-28A4-7DFC-F2AA-9463E0FAA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3212086"/>
            <a:ext cx="5334000" cy="30363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200" y="228600"/>
            <a:ext cx="3733801" cy="9906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74F8329C-DC97-BCC0-99EA-8D8905B4F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00"/>
            <a:ext cx="8001000" cy="1231106"/>
          </a:xfrm>
        </p:spPr>
        <p:txBody>
          <a:bodyPr/>
          <a:lstStyle/>
          <a:p>
            <a:r>
              <a:rPr lang="en-IN" dirty="0"/>
              <a:t> OOP concepts in smart health care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79BF17-112A-A53C-8319-D9A16547C147}"/>
              </a:ext>
            </a:extLst>
          </p:cNvPr>
          <p:cNvSpPr txBox="1"/>
          <p:nvPr/>
        </p:nvSpPr>
        <p:spPr>
          <a:xfrm>
            <a:off x="304800" y="990600"/>
            <a:ext cx="10058400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b="1" dirty="0"/>
              <a:t>Class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Blueprint for creating objects.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Examples: Patient, Doctor, Appointment, </a:t>
            </a:r>
            <a:r>
              <a:rPr lang="en-IN" sz="1600" dirty="0" err="1"/>
              <a:t>MedicalRecord</a:t>
            </a:r>
            <a:r>
              <a:rPr lang="en-IN" sz="1600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b="1" dirty="0"/>
              <a:t>Object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Real instance of a class.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Example: Patient "John", Doctor "Dr. Smith".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b="1" dirty="0"/>
              <a:t>Encapsulation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Protects sensitive data.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Example: Medical records and passwords.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b="1" dirty="0"/>
              <a:t>Inheritance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Shares common features.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Example: Person → Doctor, Patient.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b="1" dirty="0"/>
              <a:t>Polymorphism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Same method, different </a:t>
            </a:r>
            <a:r>
              <a:rPr lang="en-IN" sz="1600" dirty="0" err="1"/>
              <a:t>behavior</a:t>
            </a:r>
            <a:r>
              <a:rPr lang="en-IN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Example: </a:t>
            </a:r>
            <a:r>
              <a:rPr lang="en-IN" sz="1600" dirty="0" err="1"/>
              <a:t>displayInfo</a:t>
            </a:r>
            <a:r>
              <a:rPr lang="en-IN" sz="1600" dirty="0"/>
              <a:t>() shows different details for Patient and Doctor.</a:t>
            </a:r>
          </a:p>
          <a:p>
            <a:pPr>
              <a:lnSpc>
                <a:spcPct val="150000"/>
              </a:lnSpc>
            </a:pPr>
            <a:endParaRPr lang="en-IN" sz="1600" dirty="0"/>
          </a:p>
          <a:p>
            <a:br>
              <a:rPr lang="en-IN" sz="2400" dirty="0"/>
            </a:br>
            <a:endParaRPr lang="en-IN" sz="2400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  <p:pic>
        <p:nvPicPr>
          <p:cNvPr id="2" name="Picture 1" descr="https://images.openai.com/static-rsc-4/0PFi1-gkKeo-gD1FaV42XYq9vDSmEp5P8FQqPm2jwlzkzGOiojfaKoEu6FBR9Xd-9FU6qCScdeSoK-mxCdzflIWPjlxgbD1xt4J0uvzE3GNAwk8PA-JUnigm-5WUIYkhd0W8UbF38trF0COG4QunxnovsQh9anYqrAVGupy3fmgKTPCDE5H4Hs3x3OLsWfST?purpose=fullsize">
            <a:extLst>
              <a:ext uri="{FF2B5EF4-FFF2-40B4-BE49-F238E27FC236}">
                <a16:creationId xmlns:a16="http://schemas.microsoft.com/office/drawing/2014/main" id="{FF9E79BF-70B3-84F7-78E7-E4A59E944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514600"/>
            <a:ext cx="617220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90800" y="1219200"/>
            <a:ext cx="75438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dirty="0"/>
              <a:t>Benefits of OOP in smart health care</a:t>
            </a:r>
            <a:endParaRPr sz="360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465365"/>
            <a:ext cx="11506199" cy="601435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A36CB3E-C44A-12B0-B5BF-C0A1E11DA6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677640"/>
              </p:ext>
            </p:extLst>
          </p:nvPr>
        </p:nvGraphicFramePr>
        <p:xfrm>
          <a:off x="1447800" y="2039837"/>
          <a:ext cx="6553200" cy="2074965"/>
        </p:xfrm>
        <a:graphic>
          <a:graphicData uri="http://schemas.openxmlformats.org/drawingml/2006/table">
            <a:tbl>
              <a:tblPr/>
              <a:tblGrid>
                <a:gridCol w="3238052">
                  <a:extLst>
                    <a:ext uri="{9D8B030D-6E8A-4147-A177-3AD203B41FA5}">
                      <a16:colId xmlns:a16="http://schemas.microsoft.com/office/drawing/2014/main" val="1612638157"/>
                    </a:ext>
                  </a:extLst>
                </a:gridCol>
                <a:gridCol w="3315148">
                  <a:extLst>
                    <a:ext uri="{9D8B030D-6E8A-4147-A177-3AD203B41FA5}">
                      <a16:colId xmlns:a16="http://schemas.microsoft.com/office/drawing/2014/main" val="232030363"/>
                    </a:ext>
                  </a:extLst>
                </a:gridCol>
              </a:tblGrid>
              <a:tr h="414993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N" sz="2000" dirty="0"/>
                        <a:t>OOP Concept</a:t>
                      </a:r>
                    </a:p>
                  </a:txBody>
                  <a:tcPr marL="77152" marR="77152" marT="38576" marB="38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N" sz="2000"/>
                        <a:t>Benefit</a:t>
                      </a:r>
                    </a:p>
                  </a:txBody>
                  <a:tcPr marL="77152" marR="77152" marT="38576" marB="38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175153"/>
                  </a:ext>
                </a:extLst>
              </a:tr>
              <a:tr h="414993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N" sz="2000" dirty="0"/>
                        <a:t>Encapsulation</a:t>
                      </a:r>
                    </a:p>
                  </a:txBody>
                  <a:tcPr marL="77152" marR="77152" marT="38576" marB="38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N" sz="2000"/>
                        <a:t>Protects patient data</a:t>
                      </a:r>
                    </a:p>
                  </a:txBody>
                  <a:tcPr marL="77152" marR="77152" marT="38576" marB="38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931336"/>
                  </a:ext>
                </a:extLst>
              </a:tr>
              <a:tr h="414993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N" sz="2000"/>
                        <a:t>Inheritance</a:t>
                      </a:r>
                    </a:p>
                  </a:txBody>
                  <a:tcPr marL="77152" marR="77152" marT="38576" marB="38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N" sz="2000" dirty="0"/>
                        <a:t>Reuses existing code</a:t>
                      </a:r>
                    </a:p>
                  </a:txBody>
                  <a:tcPr marL="77152" marR="77152" marT="38576" marB="38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5213856"/>
                  </a:ext>
                </a:extLst>
              </a:tr>
              <a:tr h="414993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N" sz="2000"/>
                        <a:t>Polymorphism</a:t>
                      </a:r>
                    </a:p>
                  </a:txBody>
                  <a:tcPr marL="77152" marR="77152" marT="38576" marB="38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N" sz="2000"/>
                        <a:t>Makes software flexible</a:t>
                      </a:r>
                    </a:p>
                  </a:txBody>
                  <a:tcPr marL="77152" marR="77152" marT="38576" marB="38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6430308"/>
                  </a:ext>
                </a:extLst>
              </a:tr>
              <a:tr h="414993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N" sz="2000"/>
                        <a:t>Classes &amp; Objects</a:t>
                      </a:r>
                    </a:p>
                  </a:txBody>
                  <a:tcPr marL="77152" marR="77152" marT="38576" marB="38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en-IN" sz="2000" dirty="0"/>
                        <a:t>Easy system organization</a:t>
                      </a:r>
                    </a:p>
                  </a:txBody>
                  <a:tcPr marL="77152" marR="77152" marT="38576" marB="38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83324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D7D4B63-B9BE-4348-31B3-30B070E98810}"/>
              </a:ext>
            </a:extLst>
          </p:cNvPr>
          <p:cNvSpPr txBox="1"/>
          <p:nvPr/>
        </p:nvSpPr>
        <p:spPr>
          <a:xfrm>
            <a:off x="990600" y="4360961"/>
            <a:ext cx="81547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Improves:</a:t>
            </a:r>
          </a:p>
          <a:p>
            <a:pPr>
              <a:buNone/>
            </a:pPr>
            <a:r>
              <a:rPr lang="en-IN" dirty="0"/>
              <a:t>✅ Scalability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Easily add new modules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Add new user types </a:t>
            </a:r>
          </a:p>
          <a:p>
            <a:pPr>
              <a:buNone/>
            </a:pPr>
            <a:r>
              <a:rPr lang="en-IN" dirty="0"/>
              <a:t>✅ Security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Protect confidential medical records </a:t>
            </a:r>
          </a:p>
          <a:p>
            <a:pPr>
              <a:buNone/>
            </a:pPr>
            <a:r>
              <a:rPr lang="en-IN" dirty="0"/>
              <a:t>✅ Maintainability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Easy to update and fix software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56AD0B5-960C-9666-4EE3-980CD429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400350"/>
              </p:ext>
            </p:extLst>
          </p:nvPr>
        </p:nvGraphicFramePr>
        <p:xfrm>
          <a:off x="1447801" y="2039837"/>
          <a:ext cx="6553199" cy="2146263"/>
        </p:xfrm>
        <a:graphic>
          <a:graphicData uri="http://schemas.openxmlformats.org/drawingml/2006/table">
            <a:tbl>
              <a:tblPr lastRow="1">
                <a:tableStyleId>{2D5ABB26-0587-4C30-8999-92F81FD0307C}</a:tableStyleId>
              </a:tblPr>
              <a:tblGrid>
                <a:gridCol w="6553199">
                  <a:extLst>
                    <a:ext uri="{9D8B030D-6E8A-4147-A177-3AD203B41FA5}">
                      <a16:colId xmlns:a16="http://schemas.microsoft.com/office/drawing/2014/main" val="3024388516"/>
                    </a:ext>
                  </a:extLst>
                </a:gridCol>
              </a:tblGrid>
              <a:tr h="214626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72302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16B5D5A-463F-4DC2-B50B-28A07B460B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263622"/>
              </p:ext>
            </p:extLst>
          </p:nvPr>
        </p:nvGraphicFramePr>
        <p:xfrm>
          <a:off x="990600" y="2036867"/>
          <a:ext cx="6858000" cy="2118999"/>
        </p:xfrm>
        <a:graphic>
          <a:graphicData uri="http://schemas.openxmlformats.org/drawingml/2006/table">
            <a:tbl>
              <a:tblPr/>
              <a:tblGrid>
                <a:gridCol w="6858000">
                  <a:extLst>
                    <a:ext uri="{9D8B030D-6E8A-4147-A177-3AD203B41FA5}">
                      <a16:colId xmlns:a16="http://schemas.microsoft.com/office/drawing/2014/main" val="914827056"/>
                    </a:ext>
                  </a:extLst>
                </a:gridCol>
              </a:tblGrid>
              <a:tr h="211899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8436293"/>
                  </a:ext>
                </a:extLst>
              </a:tr>
            </a:tbl>
          </a:graphicData>
        </a:graphic>
      </p:graphicFrame>
      <p:pic>
        <p:nvPicPr>
          <p:cNvPr id="11" name="Picture 10" descr="https://images.openai.com/static-rsc-4/uaUAz_sfSdgyDQ3kQy-aWng4Id0ZZbSfDuR41lDPFGHMaDshTro87MuOO9fNVq-RQpPxhq1_X4jT81FA7bzHoK9oP5YDsT7POrof_NxLoeVqV9iQHxM1zAlSNhovrdgPWTLaI_X_1en0bMV7iR_PlONBOmzCtI4HnYSYyWkSXdvP6aflBzTUIomrJRzIkgo5?purpose=fullsize">
            <a:extLst>
              <a:ext uri="{FF2B5EF4-FFF2-40B4-BE49-F238E27FC236}">
                <a16:creationId xmlns:a16="http://schemas.microsoft.com/office/drawing/2014/main" id="{50DACA7A-FB7A-9126-6BFA-D4690B7EC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590801"/>
            <a:ext cx="3733800" cy="32779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71599" y="1524000"/>
            <a:ext cx="9301917" cy="745315"/>
          </a:xfrm>
          <a:prstGeom prst="rect">
            <a:avLst/>
          </a:prstGeom>
        </p:spPr>
        <p:txBody>
          <a:bodyPr vert="horz" wrap="square" lIns="0" tIns="189467" rIns="0" bIns="0" rtlCol="0">
            <a:spAutoFit/>
          </a:bodyPr>
          <a:lstStyle/>
          <a:p>
            <a:pPr marL="2169795">
              <a:lnSpc>
                <a:spcPct val="100000"/>
              </a:lnSpc>
              <a:spcBef>
                <a:spcPts val="100"/>
              </a:spcBef>
            </a:pPr>
            <a:r>
              <a:rPr lang="en-IN" sz="3600" spc="-20" dirty="0"/>
              <a:t>Real world applications</a:t>
            </a:r>
            <a:endParaRPr sz="3600"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65365"/>
            <a:ext cx="11277599" cy="9062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380827-373A-B32E-3E5B-DBF0EF537B08}"/>
              </a:ext>
            </a:extLst>
          </p:cNvPr>
          <p:cNvSpPr txBox="1"/>
          <p:nvPr/>
        </p:nvSpPr>
        <p:spPr>
          <a:xfrm>
            <a:off x="762000" y="2438400"/>
            <a:ext cx="8383368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👨‍⚕️ </a:t>
            </a:r>
            <a:r>
              <a:rPr lang="en-IN" b="1" dirty="0"/>
              <a:t>Patient Management</a:t>
            </a:r>
            <a:r>
              <a:rPr lang="en-IN" dirty="0"/>
              <a:t> – Stores patient details and medical history.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🩺 </a:t>
            </a:r>
            <a:r>
              <a:rPr lang="en-IN" b="1" dirty="0"/>
              <a:t>Doctor Management</a:t>
            </a:r>
            <a:r>
              <a:rPr lang="en-IN" dirty="0"/>
              <a:t> – Manages doctor profiles and schedules.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📅 </a:t>
            </a:r>
            <a:r>
              <a:rPr lang="en-IN" b="1" dirty="0"/>
              <a:t>Appointment System</a:t>
            </a:r>
            <a:r>
              <a:rPr lang="en-IN" dirty="0"/>
              <a:t> – Books and tracks appointments.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📋 </a:t>
            </a:r>
            <a:r>
              <a:rPr lang="en-IN" b="1" dirty="0"/>
              <a:t>Medical Records</a:t>
            </a:r>
            <a:r>
              <a:rPr lang="en-IN" dirty="0"/>
              <a:t> – Securely stores diagnosis and treatment details.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💊 </a:t>
            </a:r>
            <a:r>
              <a:rPr lang="en-IN" b="1" dirty="0"/>
              <a:t>Prescription Management</a:t>
            </a:r>
            <a:r>
              <a:rPr lang="en-IN" dirty="0"/>
              <a:t> – Generates and updates prescriptions.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Outcome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Faster healthcare services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Improved data security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Easy system expansion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Better patient care</a:t>
            </a:r>
          </a:p>
        </p:txBody>
      </p:sp>
      <p:pic>
        <p:nvPicPr>
          <p:cNvPr id="7" name="Picture 6" descr="https://images.openai.com/static-rsc-4/1NG1T3njV5sqS4Dc6r4GT13qP3FX3PxTLJAbnZJYzSvikVoK4UXq1AGCLWMAn3NG0YU4FF_2I0IRGOoLCWxRHj5lmhxvl29Dba_IWxRtdILF-xH-oeDwCsIkuoWH0f-st2N8UP-NLhIUKpzD9v83fMgedOr0JImRyvUlPn_BD91_ge3E8Nvd-Ziu3_IdHlJI?purpose=fullsize">
            <a:extLst>
              <a:ext uri="{FF2B5EF4-FFF2-40B4-BE49-F238E27FC236}">
                <a16:creationId xmlns:a16="http://schemas.microsoft.com/office/drawing/2014/main" id="{72459010-6CE2-D4F5-51B6-343CB0EBE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429000"/>
            <a:ext cx="3581399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48000" y="1601460"/>
            <a:ext cx="68980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          </a:t>
            </a:r>
            <a:r>
              <a:rPr dirty="0"/>
              <a:t>Conclusion</a:t>
            </a:r>
            <a:r>
              <a:rPr spc="-135" dirty="0"/>
              <a:t> 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381000"/>
            <a:ext cx="11388256" cy="838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F3198F-4D67-7704-F5D1-1A92E245BA7A}"/>
              </a:ext>
            </a:extLst>
          </p:cNvPr>
          <p:cNvSpPr txBox="1"/>
          <p:nvPr/>
        </p:nvSpPr>
        <p:spPr>
          <a:xfrm>
            <a:off x="609600" y="2263844"/>
            <a:ext cx="8803005" cy="4715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Summary</a:t>
            </a:r>
          </a:p>
          <a:p>
            <a:pPr>
              <a:lnSpc>
                <a:spcPct val="150000"/>
              </a:lnSpc>
            </a:pPr>
            <a:r>
              <a:rPr lang="en-IN" dirty="0"/>
              <a:t>Object-Oriented Programming provides an efficient way to build Smart Healthcare Systems by: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Organizing data using classes and objects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Protecting patient information through encapsulation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Reusing code with inheritance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Supporting flexibility using polymorphism </a:t>
            </a:r>
          </a:p>
          <a:p>
            <a:pPr>
              <a:lnSpc>
                <a:spcPct val="150000"/>
              </a:lnSpc>
            </a:pPr>
            <a:r>
              <a:rPr lang="en-IN" b="1" dirty="0"/>
              <a:t>Final Statement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OOP creates healthcare software that is scalable, secure, maintainable, and easy to expand for future medical technologies.</a:t>
            </a:r>
            <a:endParaRPr lang="en-IN" dirty="0"/>
          </a:p>
          <a:p>
            <a:pPr>
              <a:lnSpc>
                <a:spcPct val="200000"/>
              </a:lnSpc>
            </a:pPr>
            <a:endParaRPr lang="en-IN" dirty="0"/>
          </a:p>
        </p:txBody>
      </p:sp>
      <p:pic>
        <p:nvPicPr>
          <p:cNvPr id="3" name="Picture 2" descr="https://images.openai.com/static-rsc-4/-b5t1IAqb2AnSbHPr6xo1gUKTO-hB9_EaChyVggqPZRY4-llu0TzlRI3ou77wiLHGw_NffXpFi0nVXyBchyFY2QzLW-i-tdLfe5ZICh8LAFSwMIUfvbGzATLvEB9z2uKy2al5gfjl0irUXwA7yTOsx3tTXVO-FjkFGq5fz7drBW1xoXUYQ-N6M_UvQxgX_p2?purpose=fullsize">
            <a:extLst>
              <a:ext uri="{FF2B5EF4-FFF2-40B4-BE49-F238E27FC236}">
                <a16:creationId xmlns:a16="http://schemas.microsoft.com/office/drawing/2014/main" id="{2D87BB17-9A6B-E7F2-855C-0BD1275D3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2971800"/>
            <a:ext cx="2667000" cy="30567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65974" y="2623185"/>
            <a:ext cx="6768625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b="0" dirty="0">
                <a:latin typeface="Times New Roman"/>
                <a:cs typeface="Times New Roman"/>
              </a:rPr>
              <a:t>Thank</a:t>
            </a:r>
            <a:r>
              <a:rPr sz="8000" b="0" spc="-300" dirty="0">
                <a:latin typeface="Times New Roman"/>
                <a:cs typeface="Times New Roman"/>
              </a:rPr>
              <a:t> </a:t>
            </a:r>
            <a:r>
              <a:rPr sz="8000" b="0" spc="-790" dirty="0">
                <a:latin typeface="Times New Roman"/>
                <a:cs typeface="Times New Roman"/>
              </a:rPr>
              <a:t>Y</a:t>
            </a:r>
            <a:r>
              <a:rPr sz="8000" b="0" spc="10" dirty="0">
                <a:latin typeface="Times New Roman"/>
                <a:cs typeface="Times New Roman"/>
              </a:rPr>
              <a:t>ou</a:t>
            </a:r>
            <a:r>
              <a:rPr lang="en-US" sz="8000" b="0" spc="10" dirty="0">
                <a:latin typeface="Times New Roman"/>
                <a:cs typeface="Times New Roman"/>
              </a:rPr>
              <a:t> </a:t>
            </a:r>
            <a:r>
              <a:rPr lang="en-US" sz="8000" b="0" spc="10" dirty="0">
                <a:latin typeface="Times New Roman"/>
                <a:cs typeface="Times New Roman"/>
                <a:sym typeface="Wingdings" panose="05000000000000000000" pitchFamily="2" charset="2"/>
              </a:rPr>
              <a:t></a:t>
            </a:r>
            <a:endParaRPr sz="80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1" cy="13428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1" cy="13428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</TotalTime>
  <Words>355</Words>
  <Application>Microsoft Office PowerPoint</Application>
  <PresentationFormat>Widescreen</PresentationFormat>
  <Paragraphs>78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MT</vt:lpstr>
      <vt:lpstr>Times New Roman</vt:lpstr>
      <vt:lpstr>Wingdings</vt:lpstr>
      <vt:lpstr>Office Theme</vt:lpstr>
      <vt:lpstr>PowerPoint Presentation</vt:lpstr>
      <vt:lpstr>Introduction</vt:lpstr>
      <vt:lpstr> OOP concepts in smart health care</vt:lpstr>
      <vt:lpstr>Benefits of OOP in smart health care</vt:lpstr>
      <vt:lpstr>Real world applications</vt:lpstr>
      <vt:lpstr>          Conclusion </vt:lpstr>
      <vt:lpstr>Thank You 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2.TECHNICAL PRESENTATION sample.pptx</dc:title>
  <dc:creator>Hp</dc:creator>
  <cp:lastModifiedBy>Niranjana A</cp:lastModifiedBy>
  <cp:revision>3</cp:revision>
  <dcterms:created xsi:type="dcterms:W3CDTF">2026-07-22T02:55:15Z</dcterms:created>
  <dcterms:modified xsi:type="dcterms:W3CDTF">2026-07-27T03:46:01Z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2026-07-22T00:00:00Z</vt:filetime>
  </property>
  <property fmtid="{D5CDD505-2E9C-101B-9397-08002B2CF9AE}" pid="4" name="Creator">
    <vt:lpwstr>Google</vt:lpwstr>
  </property>
  <property fmtid="{D5CDD505-2E9C-101B-9397-08002B2CF9AE}" pid="5" name="LastSaved">
    <vt:filetime>2026-07-22T00:00:00Z</vt:filetime>
  </property>
</Properties>
</file>